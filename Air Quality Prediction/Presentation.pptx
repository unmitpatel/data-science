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2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39A608-449C-4226-851D-D47B078EBB02}" v="48" dt="2026-01-22T06:42:11.0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70773" autoAdjust="0"/>
  </p:normalViewPr>
  <p:slideViewPr>
    <p:cSldViewPr snapToGrid="0">
      <p:cViewPr>
        <p:scale>
          <a:sx n="82" d="100"/>
          <a:sy n="82" d="100"/>
        </p:scale>
        <p:origin x="715" y="-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nmit Patel" userId="b1fe288f17584f33" providerId="LiveId" clId="{1A01A1AF-179E-4F07-8CD8-F08534B6B99B}"/>
    <pc:docChg chg="undo custSel addSld modSld">
      <pc:chgData name="Unmit Patel" userId="b1fe288f17584f33" providerId="LiveId" clId="{1A01A1AF-179E-4F07-8CD8-F08534B6B99B}" dt="2026-01-22T06:47:30.331" v="7803" actId="20577"/>
      <pc:docMkLst>
        <pc:docMk/>
      </pc:docMkLst>
      <pc:sldChg chg="modSp modAnim modNotesTx">
        <pc:chgData name="Unmit Patel" userId="b1fe288f17584f33" providerId="LiveId" clId="{1A01A1AF-179E-4F07-8CD8-F08534B6B99B}" dt="2026-01-22T06:29:41.903" v="7801" actId="20577"/>
        <pc:sldMkLst>
          <pc:docMk/>
          <pc:sldMk cId="363713772" sldId="256"/>
        </pc:sldMkLst>
        <pc:spChg chg="mod">
          <ac:chgData name="Unmit Patel" userId="b1fe288f17584f33" providerId="LiveId" clId="{1A01A1AF-179E-4F07-8CD8-F08534B6B99B}" dt="2026-01-21T19:35:17.483" v="27" actId="20577"/>
          <ac:spMkLst>
            <pc:docMk/>
            <pc:sldMk cId="363713772" sldId="256"/>
            <ac:spMk id="2" creationId="{32A78B12-9A2C-4109-14A0-C6BD7701DD98}"/>
          </ac:spMkLst>
        </pc:spChg>
        <pc:spChg chg="mod">
          <ac:chgData name="Unmit Patel" userId="b1fe288f17584f33" providerId="LiveId" clId="{1A01A1AF-179E-4F07-8CD8-F08534B6B99B}" dt="2026-01-21T19:35:29.355" v="29" actId="20577"/>
          <ac:spMkLst>
            <pc:docMk/>
            <pc:sldMk cId="363713772" sldId="256"/>
            <ac:spMk id="3" creationId="{7556301B-2A90-CFDC-998B-1E2429EEC78D}"/>
          </ac:spMkLst>
        </pc:spChg>
      </pc:sldChg>
      <pc:sldChg chg="modSp mod modNotesTx">
        <pc:chgData name="Unmit Patel" userId="b1fe288f17584f33" providerId="LiveId" clId="{1A01A1AF-179E-4F07-8CD8-F08534B6B99B}" dt="2026-01-22T02:49:31.365" v="2784" actId="20577"/>
        <pc:sldMkLst>
          <pc:docMk/>
          <pc:sldMk cId="3050779288" sldId="257"/>
        </pc:sldMkLst>
        <pc:spChg chg="mod">
          <ac:chgData name="Unmit Patel" userId="b1fe288f17584f33" providerId="LiveId" clId="{1A01A1AF-179E-4F07-8CD8-F08534B6B99B}" dt="2026-01-21T19:38:47.060" v="427" actId="122"/>
          <ac:spMkLst>
            <pc:docMk/>
            <pc:sldMk cId="3050779288" sldId="257"/>
            <ac:spMk id="2" creationId="{8F65AEA6-B3F8-96E3-5CDB-309CA15E70EF}"/>
          </ac:spMkLst>
        </pc:spChg>
        <pc:spChg chg="mod">
          <ac:chgData name="Unmit Patel" userId="b1fe288f17584f33" providerId="LiveId" clId="{1A01A1AF-179E-4F07-8CD8-F08534B6B99B}" dt="2026-01-21T19:38:02.800" v="416" actId="27636"/>
          <ac:spMkLst>
            <pc:docMk/>
            <pc:sldMk cId="3050779288" sldId="257"/>
            <ac:spMk id="3" creationId="{3C7F5FE5-C5CA-E250-E36E-619336CD6B6A}"/>
          </ac:spMkLst>
        </pc:spChg>
      </pc:sldChg>
      <pc:sldChg chg="addSp delSp modSp mod modNotesTx">
        <pc:chgData name="Unmit Patel" userId="b1fe288f17584f33" providerId="LiveId" clId="{1A01A1AF-179E-4F07-8CD8-F08534B6B99B}" dt="2026-01-22T03:25:41.969" v="4126" actId="20577"/>
        <pc:sldMkLst>
          <pc:docMk/>
          <pc:sldMk cId="2150580752" sldId="258"/>
        </pc:sldMkLst>
        <pc:spChg chg="mod">
          <ac:chgData name="Unmit Patel" userId="b1fe288f17584f33" providerId="LiveId" clId="{1A01A1AF-179E-4F07-8CD8-F08534B6B99B}" dt="2026-01-21T22:27:22.231" v="2155" actId="20577"/>
          <ac:spMkLst>
            <pc:docMk/>
            <pc:sldMk cId="2150580752" sldId="258"/>
            <ac:spMk id="2" creationId="{11AC0145-B77A-19B6-B770-59136256A9D4}"/>
          </ac:spMkLst>
        </pc:spChg>
        <pc:spChg chg="mod">
          <ac:chgData name="Unmit Patel" userId="b1fe288f17584f33" providerId="LiveId" clId="{1A01A1AF-179E-4F07-8CD8-F08534B6B99B}" dt="2026-01-21T19:42:07.524" v="753" actId="27636"/>
          <ac:spMkLst>
            <pc:docMk/>
            <pc:sldMk cId="2150580752" sldId="258"/>
            <ac:spMk id="3" creationId="{AFC81F52-6A4E-E4D2-7FA4-2FF3C1A2523E}"/>
          </ac:spMkLst>
        </pc:spChg>
        <pc:picChg chg="add mod">
          <ac:chgData name="Unmit Patel" userId="b1fe288f17584f33" providerId="LiveId" clId="{1A01A1AF-179E-4F07-8CD8-F08534B6B99B}" dt="2026-01-21T22:43:40.223" v="2235" actId="14100"/>
          <ac:picMkLst>
            <pc:docMk/>
            <pc:sldMk cId="2150580752" sldId="258"/>
            <ac:picMk id="5" creationId="{9C9C9665-3B0A-7AFC-EC71-37C295BD7BB6}"/>
          </ac:picMkLst>
        </pc:picChg>
        <pc:picChg chg="del">
          <ac:chgData name="Unmit Patel" userId="b1fe288f17584f33" providerId="LiveId" clId="{1A01A1AF-179E-4F07-8CD8-F08534B6B99B}" dt="2026-01-21T22:42:34.843" v="2228" actId="478"/>
          <ac:picMkLst>
            <pc:docMk/>
            <pc:sldMk cId="2150580752" sldId="258"/>
            <ac:picMk id="6" creationId="{F2AF9A8C-4BAC-3D61-148F-9234DFE46806}"/>
          </ac:picMkLst>
        </pc:picChg>
      </pc:sldChg>
      <pc:sldChg chg="addSp delSp modSp mod modNotesTx">
        <pc:chgData name="Unmit Patel" userId="b1fe288f17584f33" providerId="LiveId" clId="{1A01A1AF-179E-4F07-8CD8-F08534B6B99B}" dt="2026-01-22T03:47:38.438" v="4870" actId="20577"/>
        <pc:sldMkLst>
          <pc:docMk/>
          <pc:sldMk cId="485198638" sldId="260"/>
        </pc:sldMkLst>
        <pc:spChg chg="mod">
          <ac:chgData name="Unmit Patel" userId="b1fe288f17584f33" providerId="LiveId" clId="{1A01A1AF-179E-4F07-8CD8-F08534B6B99B}" dt="2026-01-21T19:51:01.309" v="953" actId="122"/>
          <ac:spMkLst>
            <pc:docMk/>
            <pc:sldMk cId="485198638" sldId="260"/>
            <ac:spMk id="2" creationId="{71F65C61-982F-0A88-30FE-3C94807C42CD}"/>
          </ac:spMkLst>
        </pc:spChg>
        <pc:spChg chg="mod ord">
          <ac:chgData name="Unmit Patel" userId="b1fe288f17584f33" providerId="LiveId" clId="{1A01A1AF-179E-4F07-8CD8-F08534B6B99B}" dt="2026-01-21T19:49:52.054" v="950" actId="26606"/>
          <ac:spMkLst>
            <pc:docMk/>
            <pc:sldMk cId="485198638" sldId="260"/>
            <ac:spMk id="3" creationId="{D206E3EC-EB80-ECCD-000E-B6C08D82DF58}"/>
          </ac:spMkLst>
        </pc:spChg>
        <pc:spChg chg="add del">
          <ac:chgData name="Unmit Patel" userId="b1fe288f17584f33" providerId="LiveId" clId="{1A01A1AF-179E-4F07-8CD8-F08534B6B99B}" dt="2026-01-21T19:49:52.054" v="950" actId="26606"/>
          <ac:spMkLst>
            <pc:docMk/>
            <pc:sldMk cId="485198638" sldId="260"/>
            <ac:spMk id="10" creationId="{E49D7415-2F11-44C2-B6AA-13A25B6814B9}"/>
          </ac:spMkLst>
        </pc:spChg>
        <pc:spChg chg="add del">
          <ac:chgData name="Unmit Patel" userId="b1fe288f17584f33" providerId="LiveId" clId="{1A01A1AF-179E-4F07-8CD8-F08534B6B99B}" dt="2026-01-21T19:49:49.731" v="947" actId="26606"/>
          <ac:spMkLst>
            <pc:docMk/>
            <pc:sldMk cId="485198638" sldId="260"/>
            <ac:spMk id="17" creationId="{E49D7415-2F11-44C2-B6AA-13A25B6814B9}"/>
          </ac:spMkLst>
        </pc:spChg>
        <pc:spChg chg="add del">
          <ac:chgData name="Unmit Patel" userId="b1fe288f17584f33" providerId="LiveId" clId="{1A01A1AF-179E-4F07-8CD8-F08534B6B99B}" dt="2026-01-21T19:49:52.039" v="949" actId="26606"/>
          <ac:spMkLst>
            <pc:docMk/>
            <pc:sldMk cId="485198638" sldId="260"/>
            <ac:spMk id="21" creationId="{E49D7415-2F11-44C2-B6AA-13A25B6814B9}"/>
          </ac:spMkLst>
        </pc:spChg>
        <pc:spChg chg="add">
          <ac:chgData name="Unmit Patel" userId="b1fe288f17584f33" providerId="LiveId" clId="{1A01A1AF-179E-4F07-8CD8-F08534B6B99B}" dt="2026-01-21T19:49:52.054" v="950" actId="26606"/>
          <ac:spMkLst>
            <pc:docMk/>
            <pc:sldMk cId="485198638" sldId="260"/>
            <ac:spMk id="24" creationId="{E49D7415-2F11-44C2-B6AA-13A25B6814B9}"/>
          </ac:spMkLst>
        </pc:spChg>
        <pc:picChg chg="add mod">
          <ac:chgData name="Unmit Patel" userId="b1fe288f17584f33" providerId="LiveId" clId="{1A01A1AF-179E-4F07-8CD8-F08534B6B99B}" dt="2026-01-21T19:50:08.903" v="952" actId="14100"/>
          <ac:picMkLst>
            <pc:docMk/>
            <pc:sldMk cId="485198638" sldId="260"/>
            <ac:picMk id="5" creationId="{842F15B3-E62D-BB1C-616A-88FC857A04F2}"/>
          </ac:picMkLst>
        </pc:picChg>
        <pc:picChg chg="del">
          <ac:chgData name="Unmit Patel" userId="b1fe288f17584f33" providerId="LiveId" clId="{1A01A1AF-179E-4F07-8CD8-F08534B6B99B}" dt="2026-01-21T19:49:05.144" v="943" actId="478"/>
          <ac:picMkLst>
            <pc:docMk/>
            <pc:sldMk cId="485198638" sldId="260"/>
            <ac:picMk id="9" creationId="{A22C7C63-B856-F94C-1357-8AFEC09266F5}"/>
          </ac:picMkLst>
        </pc:picChg>
        <pc:cxnChg chg="add del">
          <ac:chgData name="Unmit Patel" userId="b1fe288f17584f33" providerId="LiveId" clId="{1A01A1AF-179E-4F07-8CD8-F08534B6B99B}" dt="2026-01-21T19:49:52.054" v="950" actId="26606"/>
          <ac:cxnSpMkLst>
            <pc:docMk/>
            <pc:sldMk cId="485198638" sldId="260"/>
            <ac:cxnSpMk id="12" creationId="{D2E57F3D-33BE-4306-87E6-245763719516}"/>
          </ac:cxnSpMkLst>
        </pc:cxnChg>
        <pc:cxnChg chg="add del">
          <ac:chgData name="Unmit Patel" userId="b1fe288f17584f33" providerId="LiveId" clId="{1A01A1AF-179E-4F07-8CD8-F08534B6B99B}" dt="2026-01-21T19:49:49.731" v="947" actId="26606"/>
          <ac:cxnSpMkLst>
            <pc:docMk/>
            <pc:sldMk cId="485198638" sldId="260"/>
            <ac:cxnSpMk id="19" creationId="{4E495065-8864-87FB-2BCC-254769963EA4}"/>
          </ac:cxnSpMkLst>
        </pc:cxnChg>
        <pc:cxnChg chg="add del">
          <ac:chgData name="Unmit Patel" userId="b1fe288f17584f33" providerId="LiveId" clId="{1A01A1AF-179E-4F07-8CD8-F08534B6B99B}" dt="2026-01-21T19:49:52.039" v="949" actId="26606"/>
          <ac:cxnSpMkLst>
            <pc:docMk/>
            <pc:sldMk cId="485198638" sldId="260"/>
            <ac:cxnSpMk id="22" creationId="{F2B951FD-94F7-E138-3EC2-A66A551D9137}"/>
          </ac:cxnSpMkLst>
        </pc:cxnChg>
        <pc:cxnChg chg="add">
          <ac:chgData name="Unmit Patel" userId="b1fe288f17584f33" providerId="LiveId" clId="{1A01A1AF-179E-4F07-8CD8-F08534B6B99B}" dt="2026-01-21T19:49:52.054" v="950" actId="26606"/>
          <ac:cxnSpMkLst>
            <pc:docMk/>
            <pc:sldMk cId="485198638" sldId="260"/>
            <ac:cxnSpMk id="25" creationId="{4E495065-8864-87FB-2BCC-254769963EA4}"/>
          </ac:cxnSpMkLst>
        </pc:cxnChg>
      </pc:sldChg>
      <pc:sldChg chg="modSp mod modNotesTx">
        <pc:chgData name="Unmit Patel" userId="b1fe288f17584f33" providerId="LiveId" clId="{1A01A1AF-179E-4F07-8CD8-F08534B6B99B}" dt="2026-01-22T06:23:54.290" v="7081" actId="20577"/>
        <pc:sldMkLst>
          <pc:docMk/>
          <pc:sldMk cId="145530111" sldId="261"/>
        </pc:sldMkLst>
        <pc:spChg chg="mod">
          <ac:chgData name="Unmit Patel" userId="b1fe288f17584f33" providerId="LiveId" clId="{1A01A1AF-179E-4F07-8CD8-F08534B6B99B}" dt="2026-01-21T20:06:57.703" v="1181" actId="14100"/>
          <ac:spMkLst>
            <pc:docMk/>
            <pc:sldMk cId="145530111" sldId="261"/>
            <ac:spMk id="2" creationId="{2D0686FC-33E4-D313-B8D1-F9C9CA388CA4}"/>
          </ac:spMkLst>
        </pc:spChg>
        <pc:spChg chg="mod">
          <ac:chgData name="Unmit Patel" userId="b1fe288f17584f33" providerId="LiveId" clId="{1A01A1AF-179E-4F07-8CD8-F08534B6B99B}" dt="2026-01-21T20:13:39.861" v="1587" actId="14100"/>
          <ac:spMkLst>
            <pc:docMk/>
            <pc:sldMk cId="145530111" sldId="261"/>
            <ac:spMk id="3" creationId="{30960A13-317A-1FCB-E688-C33B4A5E4934}"/>
          </ac:spMkLst>
        </pc:spChg>
      </pc:sldChg>
      <pc:sldChg chg="addSp delSp modSp mod setBg modNotesTx">
        <pc:chgData name="Unmit Patel" userId="b1fe288f17584f33" providerId="LiveId" clId="{1A01A1AF-179E-4F07-8CD8-F08534B6B99B}" dt="2026-01-22T06:13:08.194" v="6665" actId="6549"/>
        <pc:sldMkLst>
          <pc:docMk/>
          <pc:sldMk cId="3293579491" sldId="262"/>
        </pc:sldMkLst>
        <pc:spChg chg="mod">
          <ac:chgData name="Unmit Patel" userId="b1fe288f17584f33" providerId="LiveId" clId="{1A01A1AF-179E-4F07-8CD8-F08534B6B99B}" dt="2026-01-22T00:55:14.520" v="2247" actId="14100"/>
          <ac:spMkLst>
            <pc:docMk/>
            <pc:sldMk cId="3293579491" sldId="262"/>
            <ac:spMk id="2" creationId="{ED507F32-274D-E4E5-8DF6-F64343B986D7}"/>
          </ac:spMkLst>
        </pc:spChg>
        <pc:spChg chg="mod ord">
          <ac:chgData name="Unmit Patel" userId="b1fe288f17584f33" providerId="LiveId" clId="{1A01A1AF-179E-4F07-8CD8-F08534B6B99B}" dt="2026-01-22T00:56:03.041" v="2252" actId="1076"/>
          <ac:spMkLst>
            <pc:docMk/>
            <pc:sldMk cId="3293579491" sldId="262"/>
            <ac:spMk id="3" creationId="{FA1BA84C-DBA0-9A44-80B7-B3FB0CF0419D}"/>
          </ac:spMkLst>
        </pc:spChg>
        <pc:spChg chg="add">
          <ac:chgData name="Unmit Patel" userId="b1fe288f17584f33" providerId="LiveId" clId="{1A01A1AF-179E-4F07-8CD8-F08534B6B99B}" dt="2026-01-22T00:55:01.075" v="2243" actId="26606"/>
          <ac:spMkLst>
            <pc:docMk/>
            <pc:sldMk cId="3293579491" sldId="262"/>
            <ac:spMk id="11" creationId="{E49D7415-2F11-44C2-B6AA-13A25B6814B9}"/>
          </ac:spMkLst>
        </pc:spChg>
        <pc:picChg chg="del">
          <ac:chgData name="Unmit Patel" userId="b1fe288f17584f33" providerId="LiveId" clId="{1A01A1AF-179E-4F07-8CD8-F08534B6B99B}" dt="2026-01-22T00:53:52.668" v="2236" actId="478"/>
          <ac:picMkLst>
            <pc:docMk/>
            <pc:sldMk cId="3293579491" sldId="262"/>
            <ac:picMk id="5" creationId="{10FC4411-1EEF-8A31-D0BE-AE3F0FDCE938}"/>
          </ac:picMkLst>
        </pc:picChg>
        <pc:picChg chg="add del mod">
          <ac:chgData name="Unmit Patel" userId="b1fe288f17584f33" providerId="LiveId" clId="{1A01A1AF-179E-4F07-8CD8-F08534B6B99B}" dt="2026-01-22T06:02:49.918" v="6348" actId="478"/>
          <ac:picMkLst>
            <pc:docMk/>
            <pc:sldMk cId="3293579491" sldId="262"/>
            <ac:picMk id="6" creationId="{EE42E2EC-7727-E4F7-ABD5-A4BCBE058EB6}"/>
          </ac:picMkLst>
        </pc:picChg>
        <pc:picChg chg="add mod">
          <ac:chgData name="Unmit Patel" userId="b1fe288f17584f33" providerId="LiveId" clId="{1A01A1AF-179E-4F07-8CD8-F08534B6B99B}" dt="2026-01-22T06:03:07.340" v="6353" actId="1076"/>
          <ac:picMkLst>
            <pc:docMk/>
            <pc:sldMk cId="3293579491" sldId="262"/>
            <ac:picMk id="8" creationId="{7DE9B2C0-F247-773F-7046-CB2393F2EF4A}"/>
          </ac:picMkLst>
        </pc:picChg>
        <pc:cxnChg chg="add">
          <ac:chgData name="Unmit Patel" userId="b1fe288f17584f33" providerId="LiveId" clId="{1A01A1AF-179E-4F07-8CD8-F08534B6B99B}" dt="2026-01-22T00:55:01.075" v="2243" actId="26606"/>
          <ac:cxnSpMkLst>
            <pc:docMk/>
            <pc:sldMk cId="3293579491" sldId="262"/>
            <ac:cxnSpMk id="13" creationId="{4E495065-8864-87FB-2BCC-254769963EA4}"/>
          </ac:cxnSpMkLst>
        </pc:cxnChg>
      </pc:sldChg>
      <pc:sldChg chg="addSp delSp modSp new mod modNotesTx">
        <pc:chgData name="Unmit Patel" userId="b1fe288f17584f33" providerId="LiveId" clId="{1A01A1AF-179E-4F07-8CD8-F08534B6B99B}" dt="2026-01-22T06:47:30.331" v="7803" actId="20577"/>
        <pc:sldMkLst>
          <pc:docMk/>
          <pc:sldMk cId="3037930646" sldId="263"/>
        </pc:sldMkLst>
        <pc:spChg chg="mod">
          <ac:chgData name="Unmit Patel" userId="b1fe288f17584f33" providerId="LiveId" clId="{1A01A1AF-179E-4F07-8CD8-F08534B6B99B}" dt="2026-01-21T20:20:15.743" v="1632" actId="122"/>
          <ac:spMkLst>
            <pc:docMk/>
            <pc:sldMk cId="3037930646" sldId="263"/>
            <ac:spMk id="2" creationId="{F64E4DA7-5EB2-58FC-5332-CD312AD2AD0E}"/>
          </ac:spMkLst>
        </pc:spChg>
        <pc:spChg chg="add del mod">
          <ac:chgData name="Unmit Patel" userId="b1fe288f17584f33" providerId="LiveId" clId="{1A01A1AF-179E-4F07-8CD8-F08534B6B99B}" dt="2026-01-21T20:23:52.795" v="2024" actId="26606"/>
          <ac:spMkLst>
            <pc:docMk/>
            <pc:sldMk cId="3037930646" sldId="263"/>
            <ac:spMk id="3" creationId="{2B26F834-1DDE-EA22-E817-C9685B7D0541}"/>
          </ac:spMkLst>
        </pc:spChg>
        <pc:graphicFrameChg chg="add del">
          <ac:chgData name="Unmit Patel" userId="b1fe288f17584f33" providerId="LiveId" clId="{1A01A1AF-179E-4F07-8CD8-F08534B6B99B}" dt="2026-01-21T20:23:45.824" v="2019" actId="26606"/>
          <ac:graphicFrameMkLst>
            <pc:docMk/>
            <pc:sldMk cId="3037930646" sldId="263"/>
            <ac:graphicFrameMk id="5" creationId="{7E3FE314-6EA6-AE73-4596-8F2D8A49F679}"/>
          </ac:graphicFrameMkLst>
        </pc:graphicFrameChg>
        <pc:graphicFrameChg chg="add del">
          <ac:chgData name="Unmit Patel" userId="b1fe288f17584f33" providerId="LiveId" clId="{1A01A1AF-179E-4F07-8CD8-F08534B6B99B}" dt="2026-01-21T20:23:47.537" v="2021" actId="26606"/>
          <ac:graphicFrameMkLst>
            <pc:docMk/>
            <pc:sldMk cId="3037930646" sldId="263"/>
            <ac:graphicFrameMk id="7" creationId="{82477F66-2156-5DB8-5C1D-D6F5C3ECD50C}"/>
          </ac:graphicFrameMkLst>
        </pc:graphicFrameChg>
        <pc:graphicFrameChg chg="add del">
          <ac:chgData name="Unmit Patel" userId="b1fe288f17584f33" providerId="LiveId" clId="{1A01A1AF-179E-4F07-8CD8-F08534B6B99B}" dt="2026-01-21T20:23:52.749" v="2023" actId="26606"/>
          <ac:graphicFrameMkLst>
            <pc:docMk/>
            <pc:sldMk cId="3037930646" sldId="263"/>
            <ac:graphicFrameMk id="9" creationId="{E317D8C7-56C6-88C5-42A7-A30A3AE18FBF}"/>
          </ac:graphicFrameMkLst>
        </pc:graphicFrameChg>
        <pc:graphicFrameChg chg="add mod">
          <ac:chgData name="Unmit Patel" userId="b1fe288f17584f33" providerId="LiveId" clId="{1A01A1AF-179E-4F07-8CD8-F08534B6B99B}" dt="2026-01-21T20:24:53.374" v="2037" actId="12"/>
          <ac:graphicFrameMkLst>
            <pc:docMk/>
            <pc:sldMk cId="3037930646" sldId="263"/>
            <ac:graphicFrameMk id="11" creationId="{7E3FE314-6EA6-AE73-4596-8F2D8A49F679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3F4879C-AF76-4251-8C5F-6A9B019AA5EE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6EBE616-4B40-4639-BC0C-5FF957DC280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Who can use this Analysis</a:t>
          </a:r>
        </a:p>
      </dgm:t>
    </dgm:pt>
    <dgm:pt modelId="{F3B3CDE3-41A7-4705-82EA-7BBF0A4402C5}" type="parTrans" cxnId="{E9E11995-BE24-4EAC-8006-286DB294BE7C}">
      <dgm:prSet/>
      <dgm:spPr/>
      <dgm:t>
        <a:bodyPr/>
        <a:lstStyle/>
        <a:p>
          <a:endParaRPr lang="en-US"/>
        </a:p>
      </dgm:t>
    </dgm:pt>
    <dgm:pt modelId="{B2B0A183-124A-4C98-801A-F9DED65D13B0}" type="sibTrans" cxnId="{E9E11995-BE24-4EAC-8006-286DB294BE7C}">
      <dgm:prSet/>
      <dgm:spPr/>
      <dgm:t>
        <a:bodyPr/>
        <a:lstStyle/>
        <a:p>
          <a:endParaRPr lang="en-US"/>
        </a:p>
      </dgm:t>
    </dgm:pt>
    <dgm:pt modelId="{DC4549EB-2BB9-4BA7-AB16-196C063CE41C}">
      <dgm:prSet/>
      <dgm:spPr/>
      <dgm:t>
        <a:bodyPr/>
        <a:lstStyle/>
        <a:p>
          <a:pPr algn="l">
            <a:lnSpc>
              <a:spcPct val="100000"/>
            </a:lnSpc>
          </a:pPr>
          <a:r>
            <a:rPr lang="en-US" dirty="0"/>
            <a:t>Data and ML Teams: model monitoring and validation</a:t>
          </a:r>
        </a:p>
      </dgm:t>
    </dgm:pt>
    <dgm:pt modelId="{05FB6C1D-38C7-4414-87E7-11DD84AA49B5}" type="parTrans" cxnId="{F02BBE2D-C505-4508-ADF3-40F7CC890DE6}">
      <dgm:prSet/>
      <dgm:spPr/>
      <dgm:t>
        <a:bodyPr/>
        <a:lstStyle/>
        <a:p>
          <a:endParaRPr lang="en-US"/>
        </a:p>
      </dgm:t>
    </dgm:pt>
    <dgm:pt modelId="{37BFB7F5-3763-4CB3-8291-A954C0CBA8C6}" type="sibTrans" cxnId="{F02BBE2D-C505-4508-ADF3-40F7CC890DE6}">
      <dgm:prSet/>
      <dgm:spPr/>
      <dgm:t>
        <a:bodyPr/>
        <a:lstStyle/>
        <a:p>
          <a:endParaRPr lang="en-US"/>
        </a:p>
      </dgm:t>
    </dgm:pt>
    <dgm:pt modelId="{E1A3B996-876B-4953-AD3D-C1D11E50D973}">
      <dgm:prSet/>
      <dgm:spPr/>
      <dgm:t>
        <a:bodyPr/>
        <a:lstStyle/>
        <a:p>
          <a:pPr algn="l">
            <a:lnSpc>
              <a:spcPct val="100000"/>
            </a:lnSpc>
          </a:pPr>
          <a:r>
            <a:rPr lang="en-US" dirty="0"/>
            <a:t>Government and Policy Makers: early warnings, pollution control</a:t>
          </a:r>
        </a:p>
      </dgm:t>
    </dgm:pt>
    <dgm:pt modelId="{FEFACCBE-802F-4287-91AD-D5111EEE2D28}" type="parTrans" cxnId="{D2D36EA9-1B65-433B-B828-520D3B5856A6}">
      <dgm:prSet/>
      <dgm:spPr/>
      <dgm:t>
        <a:bodyPr/>
        <a:lstStyle/>
        <a:p>
          <a:endParaRPr lang="en-US"/>
        </a:p>
      </dgm:t>
    </dgm:pt>
    <dgm:pt modelId="{F0C60844-798E-4017-9E93-A2C6162CC28A}" type="sibTrans" cxnId="{D2D36EA9-1B65-433B-B828-520D3B5856A6}">
      <dgm:prSet/>
      <dgm:spPr/>
      <dgm:t>
        <a:bodyPr/>
        <a:lstStyle/>
        <a:p>
          <a:endParaRPr lang="en-US"/>
        </a:p>
      </dgm:t>
    </dgm:pt>
    <dgm:pt modelId="{CDC593DD-8AEE-463F-B6CB-FE8559B3C4E3}">
      <dgm:prSet/>
      <dgm:spPr/>
      <dgm:t>
        <a:bodyPr/>
        <a:lstStyle/>
        <a:p>
          <a:pPr algn="l">
            <a:lnSpc>
              <a:spcPct val="100000"/>
            </a:lnSpc>
          </a:pPr>
          <a:r>
            <a:rPr lang="en-US" dirty="0"/>
            <a:t>Public Health Agencies: health advisories</a:t>
          </a:r>
        </a:p>
      </dgm:t>
    </dgm:pt>
    <dgm:pt modelId="{15E68971-7512-4B1E-8614-EA677A64194C}" type="parTrans" cxnId="{55BCDCFE-A313-41AA-BE87-0CCCDFAD65C3}">
      <dgm:prSet/>
      <dgm:spPr/>
      <dgm:t>
        <a:bodyPr/>
        <a:lstStyle/>
        <a:p>
          <a:endParaRPr lang="en-US"/>
        </a:p>
      </dgm:t>
    </dgm:pt>
    <dgm:pt modelId="{D79A29A6-F5D4-4112-8C6F-5962A15271D3}" type="sibTrans" cxnId="{55BCDCFE-A313-41AA-BE87-0CCCDFAD65C3}">
      <dgm:prSet/>
      <dgm:spPr/>
      <dgm:t>
        <a:bodyPr/>
        <a:lstStyle/>
        <a:p>
          <a:endParaRPr lang="en-US"/>
        </a:p>
      </dgm:t>
    </dgm:pt>
    <dgm:pt modelId="{7B56ABAA-96D3-4990-A0A2-6BA1E65F0D0E}">
      <dgm:prSet/>
      <dgm:spPr/>
      <dgm:t>
        <a:bodyPr/>
        <a:lstStyle/>
        <a:p>
          <a:pPr algn="l">
            <a:lnSpc>
              <a:spcPct val="100000"/>
            </a:lnSpc>
          </a:pPr>
          <a:r>
            <a:rPr lang="en-US" dirty="0"/>
            <a:t>Environmental Organizations: monitoring and compliance</a:t>
          </a:r>
        </a:p>
      </dgm:t>
    </dgm:pt>
    <dgm:pt modelId="{790D7E9B-853C-4878-989A-EF2B2BBA45D8}" type="parTrans" cxnId="{5E3AA2AA-71F1-43FB-A6F3-4A10253B7B73}">
      <dgm:prSet/>
      <dgm:spPr/>
      <dgm:t>
        <a:bodyPr/>
        <a:lstStyle/>
        <a:p>
          <a:endParaRPr lang="en-US"/>
        </a:p>
      </dgm:t>
    </dgm:pt>
    <dgm:pt modelId="{6B240B42-3CE4-4416-94D8-345B00AD63AB}" type="sibTrans" cxnId="{5E3AA2AA-71F1-43FB-A6F3-4A10253B7B73}">
      <dgm:prSet/>
      <dgm:spPr/>
      <dgm:t>
        <a:bodyPr/>
        <a:lstStyle/>
        <a:p>
          <a:endParaRPr lang="en-US"/>
        </a:p>
      </dgm:t>
    </dgm:pt>
    <dgm:pt modelId="{57A8720E-07F3-42C9-A9AF-8ED962FBCD8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Key Value</a:t>
          </a:r>
        </a:p>
      </dgm:t>
    </dgm:pt>
    <dgm:pt modelId="{7ACF99B5-81B2-43B8-ACC6-8E9F65893449}" type="parTrans" cxnId="{6113AB07-CE4A-46C2-8699-015185C1905F}">
      <dgm:prSet/>
      <dgm:spPr/>
      <dgm:t>
        <a:bodyPr/>
        <a:lstStyle/>
        <a:p>
          <a:endParaRPr lang="en-US"/>
        </a:p>
      </dgm:t>
    </dgm:pt>
    <dgm:pt modelId="{E2F8EEF3-1C9E-470C-816E-14D485E20E01}" type="sibTrans" cxnId="{6113AB07-CE4A-46C2-8699-015185C1905F}">
      <dgm:prSet/>
      <dgm:spPr/>
      <dgm:t>
        <a:bodyPr/>
        <a:lstStyle/>
        <a:p>
          <a:endParaRPr lang="en-US"/>
        </a:p>
      </dgm:t>
    </dgm:pt>
    <dgm:pt modelId="{36A050BA-BD71-41D7-9354-9E7E1C1C8594}">
      <dgm:prSet/>
      <dgm:spPr/>
      <dgm:t>
        <a:bodyPr/>
        <a:lstStyle/>
        <a:p>
          <a:pPr algn="l">
            <a:lnSpc>
              <a:spcPct val="100000"/>
            </a:lnSpc>
            <a:buFont typeface="Arial" panose="020B0604020202020204" pitchFamily="34" charset="0"/>
            <a:buNone/>
          </a:pPr>
          <a:r>
            <a:rPr lang="en-US" dirty="0"/>
            <a:t>Predictive and Explainable</a:t>
          </a:r>
        </a:p>
      </dgm:t>
    </dgm:pt>
    <dgm:pt modelId="{4C9C3E73-D36F-42FF-8851-C9FA44857FCD}" type="parTrans" cxnId="{6B17710B-13D2-4DAB-B541-03AEDF2C49C1}">
      <dgm:prSet/>
      <dgm:spPr/>
      <dgm:t>
        <a:bodyPr/>
        <a:lstStyle/>
        <a:p>
          <a:endParaRPr lang="en-US"/>
        </a:p>
      </dgm:t>
    </dgm:pt>
    <dgm:pt modelId="{6ED65D4B-98F5-45E4-8B13-1DECB22D476D}" type="sibTrans" cxnId="{6B17710B-13D2-4DAB-B541-03AEDF2C49C1}">
      <dgm:prSet/>
      <dgm:spPr/>
      <dgm:t>
        <a:bodyPr/>
        <a:lstStyle/>
        <a:p>
          <a:endParaRPr lang="en-US"/>
        </a:p>
      </dgm:t>
    </dgm:pt>
    <dgm:pt modelId="{BDE64C98-BB64-49EB-8318-9EFC6D90B0B0}">
      <dgm:prSet/>
      <dgm:spPr/>
      <dgm:t>
        <a:bodyPr/>
        <a:lstStyle/>
        <a:p>
          <a:pPr algn="l">
            <a:lnSpc>
              <a:spcPct val="100000"/>
            </a:lnSpc>
            <a:buFont typeface="Arial" panose="020B0604020202020204" pitchFamily="34" charset="0"/>
            <a:buNone/>
          </a:pPr>
          <a:r>
            <a:rPr lang="en-US" dirty="0"/>
            <a:t>Confidence aware</a:t>
          </a:r>
        </a:p>
      </dgm:t>
    </dgm:pt>
    <dgm:pt modelId="{C00456A4-2D56-44B6-8BB0-5E1DAECE2F19}" type="parTrans" cxnId="{E8E26FB7-0B99-4888-BCB5-AE4957A4C75D}">
      <dgm:prSet/>
      <dgm:spPr/>
      <dgm:t>
        <a:bodyPr/>
        <a:lstStyle/>
        <a:p>
          <a:endParaRPr lang="en-US"/>
        </a:p>
      </dgm:t>
    </dgm:pt>
    <dgm:pt modelId="{74932E41-5825-4DDA-AB1D-92497CFEE014}" type="sibTrans" cxnId="{E8E26FB7-0B99-4888-BCB5-AE4957A4C75D}">
      <dgm:prSet/>
      <dgm:spPr/>
      <dgm:t>
        <a:bodyPr/>
        <a:lstStyle/>
        <a:p>
          <a:endParaRPr lang="en-US"/>
        </a:p>
      </dgm:t>
    </dgm:pt>
    <dgm:pt modelId="{37E7AF9F-452C-40DE-8049-2AF247945FB1}">
      <dgm:prSet/>
      <dgm:spPr/>
      <dgm:t>
        <a:bodyPr/>
        <a:lstStyle/>
        <a:p>
          <a:pPr algn="l">
            <a:lnSpc>
              <a:spcPct val="100000"/>
            </a:lnSpc>
            <a:buFont typeface="Wingdings" panose="05000000000000000000" pitchFamily="2" charset="2"/>
            <a:buChar char="§"/>
          </a:pPr>
          <a:r>
            <a:rPr lang="en-US" dirty="0"/>
            <a:t>Scalable and decision focused</a:t>
          </a:r>
        </a:p>
      </dgm:t>
    </dgm:pt>
    <dgm:pt modelId="{2A0A58F8-D492-4240-9507-1F8FC0CFF4D4}" type="parTrans" cxnId="{885195ED-3A2A-42FA-8F22-E78AAD73A7A8}">
      <dgm:prSet/>
      <dgm:spPr/>
      <dgm:t>
        <a:bodyPr/>
        <a:lstStyle/>
        <a:p>
          <a:endParaRPr lang="en-US"/>
        </a:p>
      </dgm:t>
    </dgm:pt>
    <dgm:pt modelId="{368DDC13-10B6-4485-8F27-D1503E4C60D3}" type="sibTrans" cxnId="{885195ED-3A2A-42FA-8F22-E78AAD73A7A8}">
      <dgm:prSet/>
      <dgm:spPr/>
      <dgm:t>
        <a:bodyPr/>
        <a:lstStyle/>
        <a:p>
          <a:endParaRPr lang="en-US"/>
        </a:p>
      </dgm:t>
    </dgm:pt>
    <dgm:pt modelId="{FBEA6C82-7762-45C3-8DCC-4CD2797BE752}" type="pres">
      <dgm:prSet presAssocID="{43F4879C-AF76-4251-8C5F-6A9B019AA5EE}" presName="root" presStyleCnt="0">
        <dgm:presLayoutVars>
          <dgm:dir/>
          <dgm:resizeHandles val="exact"/>
        </dgm:presLayoutVars>
      </dgm:prSet>
      <dgm:spPr/>
    </dgm:pt>
    <dgm:pt modelId="{FF085E72-5CEF-45C9-BB8B-D12AEF1335E8}" type="pres">
      <dgm:prSet presAssocID="{C6EBE616-4B40-4639-BC0C-5FF957DC2805}" presName="compNode" presStyleCnt="0"/>
      <dgm:spPr/>
    </dgm:pt>
    <dgm:pt modelId="{49C49223-260A-423F-BDFB-95BA2C88E12B}" type="pres">
      <dgm:prSet presAssocID="{C6EBE616-4B40-4639-BC0C-5FF957DC280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8C50F79E-3862-4D94-A233-10C7F8577BE2}" type="pres">
      <dgm:prSet presAssocID="{C6EBE616-4B40-4639-BC0C-5FF957DC2805}" presName="iconSpace" presStyleCnt="0"/>
      <dgm:spPr/>
    </dgm:pt>
    <dgm:pt modelId="{0E4352E5-9C9E-4C90-89D8-E9D4535A807F}" type="pres">
      <dgm:prSet presAssocID="{C6EBE616-4B40-4639-BC0C-5FF957DC2805}" presName="parTx" presStyleLbl="revTx" presStyleIdx="0" presStyleCnt="4">
        <dgm:presLayoutVars>
          <dgm:chMax val="0"/>
          <dgm:chPref val="0"/>
        </dgm:presLayoutVars>
      </dgm:prSet>
      <dgm:spPr/>
    </dgm:pt>
    <dgm:pt modelId="{FAC6E23A-B29D-4862-AAFF-C9D810BFE784}" type="pres">
      <dgm:prSet presAssocID="{C6EBE616-4B40-4639-BC0C-5FF957DC2805}" presName="txSpace" presStyleCnt="0"/>
      <dgm:spPr/>
    </dgm:pt>
    <dgm:pt modelId="{27041BD4-5D66-4978-9CA2-1EA57FC58FC6}" type="pres">
      <dgm:prSet presAssocID="{C6EBE616-4B40-4639-BC0C-5FF957DC2805}" presName="desTx" presStyleLbl="revTx" presStyleIdx="1" presStyleCnt="4">
        <dgm:presLayoutVars/>
      </dgm:prSet>
      <dgm:spPr/>
    </dgm:pt>
    <dgm:pt modelId="{4912CDB3-711D-4B53-BA29-8D92E57A3540}" type="pres">
      <dgm:prSet presAssocID="{B2B0A183-124A-4C98-801A-F9DED65D13B0}" presName="sibTrans" presStyleCnt="0"/>
      <dgm:spPr/>
    </dgm:pt>
    <dgm:pt modelId="{2D549DC0-C5BF-4F3A-8297-BC80B42E028B}" type="pres">
      <dgm:prSet presAssocID="{57A8720E-07F3-42C9-A9AF-8ED962FBCD86}" presName="compNode" presStyleCnt="0"/>
      <dgm:spPr/>
    </dgm:pt>
    <dgm:pt modelId="{147E9750-84F0-4108-8A27-539E5B49A7AB}" type="pres">
      <dgm:prSet presAssocID="{57A8720E-07F3-42C9-A9AF-8ED962FBCD8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0D6BBF1-C2DF-4924-AE87-C64E8D257B22}" type="pres">
      <dgm:prSet presAssocID="{57A8720E-07F3-42C9-A9AF-8ED962FBCD86}" presName="iconSpace" presStyleCnt="0"/>
      <dgm:spPr/>
    </dgm:pt>
    <dgm:pt modelId="{25E31779-0882-4679-8953-1A2AFD5DA261}" type="pres">
      <dgm:prSet presAssocID="{57A8720E-07F3-42C9-A9AF-8ED962FBCD86}" presName="parTx" presStyleLbl="revTx" presStyleIdx="2" presStyleCnt="4">
        <dgm:presLayoutVars>
          <dgm:chMax val="0"/>
          <dgm:chPref val="0"/>
        </dgm:presLayoutVars>
      </dgm:prSet>
      <dgm:spPr/>
    </dgm:pt>
    <dgm:pt modelId="{2C98793E-9B8F-4A04-AAD9-FD7D28CD97F0}" type="pres">
      <dgm:prSet presAssocID="{57A8720E-07F3-42C9-A9AF-8ED962FBCD86}" presName="txSpace" presStyleCnt="0"/>
      <dgm:spPr/>
    </dgm:pt>
    <dgm:pt modelId="{2E6C1CEE-4926-4F27-9989-7222FAAA5888}" type="pres">
      <dgm:prSet presAssocID="{57A8720E-07F3-42C9-A9AF-8ED962FBCD86}" presName="desTx" presStyleLbl="revTx" presStyleIdx="3" presStyleCnt="4">
        <dgm:presLayoutVars/>
      </dgm:prSet>
      <dgm:spPr/>
    </dgm:pt>
  </dgm:ptLst>
  <dgm:cxnLst>
    <dgm:cxn modelId="{6113AB07-CE4A-46C2-8699-015185C1905F}" srcId="{43F4879C-AF76-4251-8C5F-6A9B019AA5EE}" destId="{57A8720E-07F3-42C9-A9AF-8ED962FBCD86}" srcOrd="1" destOrd="0" parTransId="{7ACF99B5-81B2-43B8-ACC6-8E9F65893449}" sibTransId="{E2F8EEF3-1C9E-470C-816E-14D485E20E01}"/>
    <dgm:cxn modelId="{6B17710B-13D2-4DAB-B541-03AEDF2C49C1}" srcId="{57A8720E-07F3-42C9-A9AF-8ED962FBCD86}" destId="{36A050BA-BD71-41D7-9354-9E7E1C1C8594}" srcOrd="0" destOrd="0" parTransId="{4C9C3E73-D36F-42FF-8851-C9FA44857FCD}" sibTransId="{6ED65D4B-98F5-45E4-8B13-1DECB22D476D}"/>
    <dgm:cxn modelId="{F02BBE2D-C505-4508-ADF3-40F7CC890DE6}" srcId="{C6EBE616-4B40-4639-BC0C-5FF957DC2805}" destId="{DC4549EB-2BB9-4BA7-AB16-196C063CE41C}" srcOrd="0" destOrd="0" parTransId="{05FB6C1D-38C7-4414-87E7-11DD84AA49B5}" sibTransId="{37BFB7F5-3763-4CB3-8291-A954C0CBA8C6}"/>
    <dgm:cxn modelId="{3C238733-9976-4098-B05A-FC19DA97F174}" type="presOf" srcId="{7B56ABAA-96D3-4990-A0A2-6BA1E65F0D0E}" destId="{27041BD4-5D66-4978-9CA2-1EA57FC58FC6}" srcOrd="0" destOrd="3" presId="urn:microsoft.com/office/officeart/2018/5/layout/CenteredIconLabelDescriptionList"/>
    <dgm:cxn modelId="{9D1ED233-A665-421E-804D-18399748A9A9}" type="presOf" srcId="{C6EBE616-4B40-4639-BC0C-5FF957DC2805}" destId="{0E4352E5-9C9E-4C90-89D8-E9D4535A807F}" srcOrd="0" destOrd="0" presId="urn:microsoft.com/office/officeart/2018/5/layout/CenteredIconLabelDescriptionList"/>
    <dgm:cxn modelId="{6750DC41-DBFF-4530-AD59-B72EEC55F2A1}" type="presOf" srcId="{BDE64C98-BB64-49EB-8318-9EFC6D90B0B0}" destId="{2E6C1CEE-4926-4F27-9989-7222FAAA5888}" srcOrd="0" destOrd="1" presId="urn:microsoft.com/office/officeart/2018/5/layout/CenteredIconLabelDescriptionList"/>
    <dgm:cxn modelId="{E6625A63-6A87-48E6-9F60-6A28003EAE48}" type="presOf" srcId="{CDC593DD-8AEE-463F-B6CB-FE8559B3C4E3}" destId="{27041BD4-5D66-4978-9CA2-1EA57FC58FC6}" srcOrd="0" destOrd="2" presId="urn:microsoft.com/office/officeart/2018/5/layout/CenteredIconLabelDescriptionList"/>
    <dgm:cxn modelId="{B7C28244-5A33-439B-9FBD-2E43FFB7ADDE}" type="presOf" srcId="{E1A3B996-876B-4953-AD3D-C1D11E50D973}" destId="{27041BD4-5D66-4978-9CA2-1EA57FC58FC6}" srcOrd="0" destOrd="1" presId="urn:microsoft.com/office/officeart/2018/5/layout/CenteredIconLabelDescriptionList"/>
    <dgm:cxn modelId="{271D488A-B11E-41B3-800E-36689F432AFA}" type="presOf" srcId="{57A8720E-07F3-42C9-A9AF-8ED962FBCD86}" destId="{25E31779-0882-4679-8953-1A2AFD5DA261}" srcOrd="0" destOrd="0" presId="urn:microsoft.com/office/officeart/2018/5/layout/CenteredIconLabelDescriptionList"/>
    <dgm:cxn modelId="{E9E11995-BE24-4EAC-8006-286DB294BE7C}" srcId="{43F4879C-AF76-4251-8C5F-6A9B019AA5EE}" destId="{C6EBE616-4B40-4639-BC0C-5FF957DC2805}" srcOrd="0" destOrd="0" parTransId="{F3B3CDE3-41A7-4705-82EA-7BBF0A4402C5}" sibTransId="{B2B0A183-124A-4C98-801A-F9DED65D13B0}"/>
    <dgm:cxn modelId="{D2D36EA9-1B65-433B-B828-520D3B5856A6}" srcId="{C6EBE616-4B40-4639-BC0C-5FF957DC2805}" destId="{E1A3B996-876B-4953-AD3D-C1D11E50D973}" srcOrd="1" destOrd="0" parTransId="{FEFACCBE-802F-4287-91AD-D5111EEE2D28}" sibTransId="{F0C60844-798E-4017-9E93-A2C6162CC28A}"/>
    <dgm:cxn modelId="{5E3AA2AA-71F1-43FB-A6F3-4A10253B7B73}" srcId="{C6EBE616-4B40-4639-BC0C-5FF957DC2805}" destId="{7B56ABAA-96D3-4990-A0A2-6BA1E65F0D0E}" srcOrd="3" destOrd="0" parTransId="{790D7E9B-853C-4878-989A-EF2B2BBA45D8}" sibTransId="{6B240B42-3CE4-4416-94D8-345B00AD63AB}"/>
    <dgm:cxn modelId="{7C43BAAD-0A00-411D-9FBA-908518DBD878}" type="presOf" srcId="{37E7AF9F-452C-40DE-8049-2AF247945FB1}" destId="{2E6C1CEE-4926-4F27-9989-7222FAAA5888}" srcOrd="0" destOrd="2" presId="urn:microsoft.com/office/officeart/2018/5/layout/CenteredIconLabelDescriptionList"/>
    <dgm:cxn modelId="{E8E26FB7-0B99-4888-BCB5-AE4957A4C75D}" srcId="{57A8720E-07F3-42C9-A9AF-8ED962FBCD86}" destId="{BDE64C98-BB64-49EB-8318-9EFC6D90B0B0}" srcOrd="1" destOrd="0" parTransId="{C00456A4-2D56-44B6-8BB0-5E1DAECE2F19}" sibTransId="{74932E41-5825-4DDA-AB1D-92497CFEE014}"/>
    <dgm:cxn modelId="{120F16D6-98D8-41FD-BA38-CFE0F0BAC806}" type="presOf" srcId="{36A050BA-BD71-41D7-9354-9E7E1C1C8594}" destId="{2E6C1CEE-4926-4F27-9989-7222FAAA5888}" srcOrd="0" destOrd="0" presId="urn:microsoft.com/office/officeart/2018/5/layout/CenteredIconLabelDescriptionList"/>
    <dgm:cxn modelId="{865EF5EC-731B-417A-9031-B5C9E5933326}" type="presOf" srcId="{43F4879C-AF76-4251-8C5F-6A9B019AA5EE}" destId="{FBEA6C82-7762-45C3-8DCC-4CD2797BE752}" srcOrd="0" destOrd="0" presId="urn:microsoft.com/office/officeart/2018/5/layout/CenteredIconLabelDescriptionList"/>
    <dgm:cxn modelId="{885195ED-3A2A-42FA-8F22-E78AAD73A7A8}" srcId="{57A8720E-07F3-42C9-A9AF-8ED962FBCD86}" destId="{37E7AF9F-452C-40DE-8049-2AF247945FB1}" srcOrd="2" destOrd="0" parTransId="{2A0A58F8-D492-4240-9507-1F8FC0CFF4D4}" sibTransId="{368DDC13-10B6-4485-8F27-D1503E4C60D3}"/>
    <dgm:cxn modelId="{F91486FB-C1FA-430A-87E3-5AE62D9E0C25}" type="presOf" srcId="{DC4549EB-2BB9-4BA7-AB16-196C063CE41C}" destId="{27041BD4-5D66-4978-9CA2-1EA57FC58FC6}" srcOrd="0" destOrd="0" presId="urn:microsoft.com/office/officeart/2018/5/layout/CenteredIconLabelDescriptionList"/>
    <dgm:cxn modelId="{55BCDCFE-A313-41AA-BE87-0CCCDFAD65C3}" srcId="{C6EBE616-4B40-4639-BC0C-5FF957DC2805}" destId="{CDC593DD-8AEE-463F-B6CB-FE8559B3C4E3}" srcOrd="2" destOrd="0" parTransId="{15E68971-7512-4B1E-8614-EA677A64194C}" sibTransId="{D79A29A6-F5D4-4112-8C6F-5962A15271D3}"/>
    <dgm:cxn modelId="{5E6AAD04-264C-4DC0-AA17-8939DB0E73DB}" type="presParOf" srcId="{FBEA6C82-7762-45C3-8DCC-4CD2797BE752}" destId="{FF085E72-5CEF-45C9-BB8B-D12AEF1335E8}" srcOrd="0" destOrd="0" presId="urn:microsoft.com/office/officeart/2018/5/layout/CenteredIconLabelDescriptionList"/>
    <dgm:cxn modelId="{B5DDBC88-8E7C-4B35-A709-DF61742AC516}" type="presParOf" srcId="{FF085E72-5CEF-45C9-BB8B-D12AEF1335E8}" destId="{49C49223-260A-423F-BDFB-95BA2C88E12B}" srcOrd="0" destOrd="0" presId="urn:microsoft.com/office/officeart/2018/5/layout/CenteredIconLabelDescriptionList"/>
    <dgm:cxn modelId="{FE77420A-274C-4375-BDD8-1AC5ADA77926}" type="presParOf" srcId="{FF085E72-5CEF-45C9-BB8B-D12AEF1335E8}" destId="{8C50F79E-3862-4D94-A233-10C7F8577BE2}" srcOrd="1" destOrd="0" presId="urn:microsoft.com/office/officeart/2018/5/layout/CenteredIconLabelDescriptionList"/>
    <dgm:cxn modelId="{B491352C-5D52-41E8-8CC6-635E89188D99}" type="presParOf" srcId="{FF085E72-5CEF-45C9-BB8B-D12AEF1335E8}" destId="{0E4352E5-9C9E-4C90-89D8-E9D4535A807F}" srcOrd="2" destOrd="0" presId="urn:microsoft.com/office/officeart/2018/5/layout/CenteredIconLabelDescriptionList"/>
    <dgm:cxn modelId="{B1E53712-8E5A-499F-A7CE-A7AFD77161DD}" type="presParOf" srcId="{FF085E72-5CEF-45C9-BB8B-D12AEF1335E8}" destId="{FAC6E23A-B29D-4862-AAFF-C9D810BFE784}" srcOrd="3" destOrd="0" presId="urn:microsoft.com/office/officeart/2018/5/layout/CenteredIconLabelDescriptionList"/>
    <dgm:cxn modelId="{A52F4268-3F4B-45CC-81E0-E602F926EA4A}" type="presParOf" srcId="{FF085E72-5CEF-45C9-BB8B-D12AEF1335E8}" destId="{27041BD4-5D66-4978-9CA2-1EA57FC58FC6}" srcOrd="4" destOrd="0" presId="urn:microsoft.com/office/officeart/2018/5/layout/CenteredIconLabelDescriptionList"/>
    <dgm:cxn modelId="{F3A99E93-39DE-44D2-9952-DA301D9DDFA6}" type="presParOf" srcId="{FBEA6C82-7762-45C3-8DCC-4CD2797BE752}" destId="{4912CDB3-711D-4B53-BA29-8D92E57A3540}" srcOrd="1" destOrd="0" presId="urn:microsoft.com/office/officeart/2018/5/layout/CenteredIconLabelDescriptionList"/>
    <dgm:cxn modelId="{57FFCD0B-1417-44A2-BE1A-6B8849973ECE}" type="presParOf" srcId="{FBEA6C82-7762-45C3-8DCC-4CD2797BE752}" destId="{2D549DC0-C5BF-4F3A-8297-BC80B42E028B}" srcOrd="2" destOrd="0" presId="urn:microsoft.com/office/officeart/2018/5/layout/CenteredIconLabelDescriptionList"/>
    <dgm:cxn modelId="{E537CD76-CBAF-41C8-84B7-6F68550C97DB}" type="presParOf" srcId="{2D549DC0-C5BF-4F3A-8297-BC80B42E028B}" destId="{147E9750-84F0-4108-8A27-539E5B49A7AB}" srcOrd="0" destOrd="0" presId="urn:microsoft.com/office/officeart/2018/5/layout/CenteredIconLabelDescriptionList"/>
    <dgm:cxn modelId="{643272C6-2350-4656-82AD-4EF10C687D63}" type="presParOf" srcId="{2D549DC0-C5BF-4F3A-8297-BC80B42E028B}" destId="{E0D6BBF1-C2DF-4924-AE87-C64E8D257B22}" srcOrd="1" destOrd="0" presId="urn:microsoft.com/office/officeart/2018/5/layout/CenteredIconLabelDescriptionList"/>
    <dgm:cxn modelId="{EB2CE4FD-18AC-4D0C-B14B-BE058FDADD09}" type="presParOf" srcId="{2D549DC0-C5BF-4F3A-8297-BC80B42E028B}" destId="{25E31779-0882-4679-8953-1A2AFD5DA261}" srcOrd="2" destOrd="0" presId="urn:microsoft.com/office/officeart/2018/5/layout/CenteredIconLabelDescriptionList"/>
    <dgm:cxn modelId="{FE0399F3-D017-4631-8D62-5F05411C2BF2}" type="presParOf" srcId="{2D549DC0-C5BF-4F3A-8297-BC80B42E028B}" destId="{2C98793E-9B8F-4A04-AAD9-FD7D28CD97F0}" srcOrd="3" destOrd="0" presId="urn:microsoft.com/office/officeart/2018/5/layout/CenteredIconLabelDescriptionList"/>
    <dgm:cxn modelId="{386CA957-5074-4946-806E-21489DB3F7F2}" type="presParOf" srcId="{2D549DC0-C5BF-4F3A-8297-BC80B42E028B}" destId="{2E6C1CEE-4926-4F27-9989-7222FAAA5888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C49223-260A-423F-BDFB-95BA2C88E12B}">
      <dsp:nvSpPr>
        <dsp:cNvPr id="0" name=""/>
        <dsp:cNvSpPr/>
      </dsp:nvSpPr>
      <dsp:spPr>
        <a:xfrm>
          <a:off x="2054849" y="0"/>
          <a:ext cx="1510523" cy="112974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4352E5-9C9E-4C90-89D8-E9D4535A807F}">
      <dsp:nvSpPr>
        <dsp:cNvPr id="0" name=""/>
        <dsp:cNvSpPr/>
      </dsp:nvSpPr>
      <dsp:spPr>
        <a:xfrm>
          <a:off x="652220" y="1235990"/>
          <a:ext cx="4315781" cy="4841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900" kern="1200"/>
            <a:t>Who can use this Analysis</a:t>
          </a:r>
        </a:p>
      </dsp:txBody>
      <dsp:txXfrm>
        <a:off x="652220" y="1235990"/>
        <a:ext cx="4315781" cy="484175"/>
      </dsp:txXfrm>
    </dsp:sp>
    <dsp:sp modelId="{27041BD4-5D66-4978-9CA2-1EA57FC58FC6}">
      <dsp:nvSpPr>
        <dsp:cNvPr id="0" name=""/>
        <dsp:cNvSpPr/>
      </dsp:nvSpPr>
      <dsp:spPr>
        <a:xfrm>
          <a:off x="652220" y="1769584"/>
          <a:ext cx="4315781" cy="15341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Data and ML Teams: model monitoring and validation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Government and Policy Makers: early warnings, pollution control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Public Health Agencies: health advisories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Environmental Organizations: monitoring and compliance</a:t>
          </a:r>
        </a:p>
      </dsp:txBody>
      <dsp:txXfrm>
        <a:off x="652220" y="1769584"/>
        <a:ext cx="4315781" cy="1534151"/>
      </dsp:txXfrm>
    </dsp:sp>
    <dsp:sp modelId="{147E9750-84F0-4108-8A27-539E5B49A7AB}">
      <dsp:nvSpPr>
        <dsp:cNvPr id="0" name=""/>
        <dsp:cNvSpPr/>
      </dsp:nvSpPr>
      <dsp:spPr>
        <a:xfrm>
          <a:off x="7125892" y="0"/>
          <a:ext cx="1510523" cy="112974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E31779-0882-4679-8953-1A2AFD5DA261}">
      <dsp:nvSpPr>
        <dsp:cNvPr id="0" name=""/>
        <dsp:cNvSpPr/>
      </dsp:nvSpPr>
      <dsp:spPr>
        <a:xfrm>
          <a:off x="5723263" y="1235990"/>
          <a:ext cx="4315781" cy="4841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900" kern="1200"/>
            <a:t>Key Value</a:t>
          </a:r>
        </a:p>
      </dsp:txBody>
      <dsp:txXfrm>
        <a:off x="5723263" y="1235990"/>
        <a:ext cx="4315781" cy="484175"/>
      </dsp:txXfrm>
    </dsp:sp>
    <dsp:sp modelId="{2E6C1CEE-4926-4F27-9989-7222FAAA5888}">
      <dsp:nvSpPr>
        <dsp:cNvPr id="0" name=""/>
        <dsp:cNvSpPr/>
      </dsp:nvSpPr>
      <dsp:spPr>
        <a:xfrm>
          <a:off x="5723263" y="1769584"/>
          <a:ext cx="4315781" cy="15341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700" kern="1200" dirty="0"/>
            <a:t>Predictive and Explainable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700" kern="1200" dirty="0"/>
            <a:t>Confidence aware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1700" kern="1200" dirty="0"/>
            <a:t>Scalable and decision focused</a:t>
          </a:r>
        </a:p>
      </dsp:txBody>
      <dsp:txXfrm>
        <a:off x="5723263" y="1769584"/>
        <a:ext cx="4315781" cy="15341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62F87B-7A63-46FB-9818-F7EC7740A61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B065F5-4145-4858-B81E-4C794142E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255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I’ll walk you through a data analytics and machine learning driven air quality system project.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Explain how I integrated model predictions, confidence, and diagnostics into a Power BI dashboard designed for decision support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B065F5-4145-4858-B81E-4C794142E3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720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Purpose: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Address challenge in air quality monitoring.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Most systems are reactive and focus only on historical reporting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Objective: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Wanted to build predictive and explainable system that forecasts air quality.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Helps stakeholders understand why conditions deteriorate.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How much they can trust the predictions.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Design: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The dashboard is designed as a decision – support system, not just a model performance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B065F5-4145-4858-B81E-4C794142E30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979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Slide focuses on what drives air quality deterioration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Total records are 5000. Dataset not too big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Donut chat: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Shows distribution of air quality in dataset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40% of air quality is good air quality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30% of air quality is moderate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20% of air quality is poor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10% of air quality is hazardous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Bar graph on left side: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Increase in particulate pollutants like PM2.5 and PM10 leads to air quality deterioration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Same goes for gaseous pollutants like NO2, SO2, and CO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Bar graph on bottom right: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As the air quality becomes worse, temperature and humidity increases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Line chart on Top right: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Increase in proximity of Industrial area improves air quality.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Related to real – world expectations.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Line chart</a:t>
            </a:r>
            <a:r>
              <a:rPr lang="en-US" b="0" dirty="0"/>
              <a:t> </a:t>
            </a:r>
            <a:r>
              <a:rPr lang="en-US" b="1" dirty="0"/>
              <a:t>in between at bottom: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It shows linear relationship.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Resembles impact of urbanization.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Air quality worsens as population density increases.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Insights: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Air quality degradation is systematic.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Driven by environmental and human factors.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B065F5-4145-4858-B81E-4C794142E3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1211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This slide shows relationship of features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I analyzed relationships between features to understand how they interact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Strong Positive Relationships: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PM2.5 and PM10 : 0.97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Heat Index with Temperature and Humidity: 0.85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Industrial Impact with particulate matter like PM2.5 and PM10: 0.75 and 0.71 respectively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Negative Correlation: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Proximity to Industrial areas with Air Quality Indicators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Insights: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Non-linear relationships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 err="1"/>
              <a:t>XGBoost</a:t>
            </a:r>
            <a:r>
              <a:rPr lang="en-US" b="0" dirty="0"/>
              <a:t> model is best choice when it comes to generalization and capturing non-linear relationships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This improves interpretability and builds confidence with feature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B065F5-4145-4858-B81E-4C794142E3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4346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slide focuses on the performance of </a:t>
            </a:r>
            <a:r>
              <a:rPr lang="en-US" dirty="0" err="1"/>
              <a:t>XGBoost</a:t>
            </a:r>
            <a:r>
              <a:rPr lang="en-US" dirty="0"/>
              <a:t> predictive model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the results are based on model’s performance on unseen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Dataset was split into 80:20 ratio. 80% (4000) being training data and 20% (1000) as testing data.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Model achieves 95.1% accuracy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Misclassification rate of 4.9%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Average prediction confidence of 96.8%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Out of 1000 unseen records, 951 air quality are correctly classified.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49 are misclassified.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Confusion matrix on top left: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Shows that most errors occur in boundary cases between Moderate, Poor Hazardous categories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Bar graph below matrix: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As prediction confidence improves misclassification reduces.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Bar graph in middle: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Shows how confident model is with its prediction for each class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100% confident with good air quality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Confidence reduces as air quality deteriorates.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Bar graph in bottom right: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Shows which class model finds hard to learn?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Model understand Good air quality by 100%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Struggles as the air quality deteriorates.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Insights: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Prediction confidence correlates with model’s efficiency to learn each class.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High confidence for majority of predictions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Errors are systematic, not random as they occur on borderline cases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Model generalizes very well with minimal overfitting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B065F5-4145-4858-B81E-4C794142E3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1300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This slide shows where the model struggles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Misclassification tends to occur under extreme or borderline environmental conditions.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Pollutant concentrations and climate factors are usually high.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Actions can be taken: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Set alerts on low – confidence predictions for human review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Enable risk – aware monitoring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This is crucial for responsible ML deployment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B065F5-4145-4858-B81E-4C794142E30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3739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Who can use this Analysis?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Data and ML teams can track model performance, confidence, and drift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Government and policy makers can use it for early warnings and targeted improvements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Public health agencies can perform health advisories when Air Quality is predicted as Poor or Hazardous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Conclusion: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project demonstrates how machine learning can </a:t>
            </a:r>
            <a:r>
              <a:rPr lang="en-US"/>
              <a:t>be </a:t>
            </a:r>
            <a:r>
              <a:rPr lang="en-US" b="0"/>
              <a:t>Integrated with </a:t>
            </a:r>
            <a:r>
              <a:rPr lang="en-US" b="0" dirty="0"/>
              <a:t>analytics to create a transparent, trustworthy decision support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B065F5-4145-4858-B81E-4C794142E30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905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354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106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889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768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636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335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343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0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091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454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676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7949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03" r:id="rId6"/>
    <p:sldLayoutId id="2147483699" r:id="rId7"/>
    <p:sldLayoutId id="2147483700" r:id="rId8"/>
    <p:sldLayoutId id="2147483701" r:id="rId9"/>
    <p:sldLayoutId id="2147483702" r:id="rId10"/>
    <p:sldLayoutId id="2147483704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A78B12-9A2C-4109-14A0-C6BD7701D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871758"/>
            <a:ext cx="5227171" cy="387114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200" dirty="0"/>
              <a:t>Air Quality Prediction – Insights for Environmental &amp; ML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56301B-2A90-CFDC-998B-1E2429EEC7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688" y="4785543"/>
            <a:ext cx="4857857" cy="100565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700" dirty="0"/>
              <a:t>Power BI &amp; Machine Learning – Driven Environmental Analysis</a:t>
            </a:r>
          </a:p>
          <a:p>
            <a:pPr>
              <a:lnSpc>
                <a:spcPct val="100000"/>
              </a:lnSpc>
            </a:pPr>
            <a:r>
              <a:rPr lang="en-US" sz="1700" dirty="0"/>
              <a:t>Unmit Patel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Financial graphs on a dark display">
            <a:extLst>
              <a:ext uri="{FF2B5EF4-FFF2-40B4-BE49-F238E27FC236}">
                <a16:creationId xmlns:a16="http://schemas.microsoft.com/office/drawing/2014/main" id="{80B3A406-CA24-C2C6-0034-F0BD71EFE5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228" r="27036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13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0EB578-C970-4186-B93C-45851BBC6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65AEA6-B3F8-96E3-5CDB-309CA15E7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68" y="914400"/>
            <a:ext cx="6627924" cy="1307592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dirty="0"/>
              <a:t>Problem Statement and Objective</a:t>
            </a:r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136846D2-972A-3D4C-F5CA-3609FDFC49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438" r="25153" b="1"/>
          <a:stretch>
            <a:fillRect/>
          </a:stretch>
        </p:blipFill>
        <p:spPr>
          <a:xfrm>
            <a:off x="20" y="-17929"/>
            <a:ext cx="4206220" cy="687592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DF57B02-07BB-407B-BB36-06D9C64A6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722376"/>
            <a:ext cx="647635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F5FE5-C5CA-E250-E36E-619336CD6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6968" y="2221992"/>
            <a:ext cx="6627924" cy="373989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Problem Statement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Air quality assessment is often reactive, fragmented, and hard to interpret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Stakeholders need early warnings, not just historical reports</a:t>
            </a:r>
          </a:p>
          <a:p>
            <a:pPr>
              <a:lnSpc>
                <a:spcPct val="100000"/>
              </a:lnSpc>
            </a:pPr>
            <a:r>
              <a:rPr lang="en-US" dirty="0"/>
              <a:t>Objective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Predict air quality levels: Good, Moderate, Poor, Hazardous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Identify key environmental drivers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Evaluate model accuracy, confidence, and reliability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Enable decision support, not just model evaluation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855964-C920-48EB-8804-74291211C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6144768"/>
            <a:ext cx="64763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0779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AC0145-B77A-19B6-B770-59136256A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80776" cy="1180210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700" dirty="0"/>
              <a:t>Key Environmental and Urban Drivers of Air Quality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E495065-8864-87FB-2BCC-25476996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81F52-6A4E-E4D2-7FA4-2FF3C1A25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2776" y="2286633"/>
            <a:ext cx="4509224" cy="377545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Key Factors Influencing Air Quality</a:t>
            </a:r>
          </a:p>
          <a:p>
            <a:pPr lvl="1"/>
            <a:r>
              <a:rPr lang="en-US" dirty="0"/>
              <a:t>Pollutants: PM2.5, PM10, CO, NO</a:t>
            </a:r>
            <a:r>
              <a:rPr lang="en-US" baseline="-25000" dirty="0"/>
              <a:t>2</a:t>
            </a:r>
            <a:r>
              <a:rPr lang="en-US" dirty="0"/>
              <a:t>, SO</a:t>
            </a:r>
            <a:r>
              <a:rPr lang="en-US" baseline="-25000" dirty="0"/>
              <a:t>2</a:t>
            </a:r>
          </a:p>
          <a:p>
            <a:pPr lvl="1"/>
            <a:r>
              <a:rPr lang="en-US" dirty="0"/>
              <a:t>Climate: Temperature, Humidity</a:t>
            </a:r>
          </a:p>
          <a:p>
            <a:pPr lvl="1"/>
            <a:r>
              <a:rPr lang="en-US" dirty="0"/>
              <a:t>Urbanization: Population Density</a:t>
            </a:r>
          </a:p>
          <a:p>
            <a:pPr lvl="1"/>
            <a:r>
              <a:rPr lang="en-US" dirty="0"/>
              <a:t>Industry: Proximity to Industrial Areas</a:t>
            </a:r>
          </a:p>
          <a:p>
            <a:r>
              <a:rPr lang="en-US" dirty="0"/>
              <a:t>Key Insights</a:t>
            </a:r>
          </a:p>
          <a:p>
            <a:pPr lvl="1"/>
            <a:r>
              <a:rPr lang="en-US" dirty="0"/>
              <a:t>Air quality degrades sharply with higher pollutant values and dense urban regions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9C9665-3B0A-7AFC-EC71-37C295BD7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039827"/>
            <a:ext cx="7682775" cy="4414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58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F65C61-982F-0A88-30FE-3C94807C4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80776" cy="1180210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700" dirty="0"/>
              <a:t>Understanding Relationships Between Environmental Features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E495065-8864-87FB-2BCC-25476996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42F15B3-E62D-BB1C-616A-88FC857A0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13" y="2286633"/>
            <a:ext cx="5840361" cy="442407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6E3EC-EB80-ECCD-000E-B6C08D82D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4960" y="2346960"/>
            <a:ext cx="4819903" cy="377545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300"/>
              <a:t>Correlation analysis helps to validate feature interactions</a:t>
            </a:r>
          </a:p>
          <a:p>
            <a:pPr>
              <a:lnSpc>
                <a:spcPct val="100000"/>
              </a:lnSpc>
            </a:pPr>
            <a:r>
              <a:rPr lang="en-US" sz="1300"/>
              <a:t>Strong Positive relationships:</a:t>
            </a:r>
          </a:p>
          <a:p>
            <a:pPr lvl="1">
              <a:lnSpc>
                <a:spcPct val="100000"/>
              </a:lnSpc>
            </a:pPr>
            <a:r>
              <a:rPr lang="en-US" sz="1300"/>
              <a:t>PM2.5 and PM10</a:t>
            </a:r>
          </a:p>
          <a:p>
            <a:pPr lvl="1">
              <a:lnSpc>
                <a:spcPct val="100000"/>
              </a:lnSpc>
            </a:pPr>
            <a:r>
              <a:rPr lang="en-US" sz="1300"/>
              <a:t>Temperature and Heat Index</a:t>
            </a:r>
          </a:p>
          <a:p>
            <a:pPr lvl="1">
              <a:lnSpc>
                <a:spcPct val="100000"/>
              </a:lnSpc>
            </a:pPr>
            <a:r>
              <a:rPr lang="en-US" sz="1300"/>
              <a:t>Industrial Impact and particulate matter</a:t>
            </a:r>
          </a:p>
          <a:p>
            <a:pPr>
              <a:lnSpc>
                <a:spcPct val="100000"/>
              </a:lnSpc>
            </a:pPr>
            <a:r>
              <a:rPr lang="en-US" sz="1300"/>
              <a:t>Negative Correlation:</a:t>
            </a:r>
          </a:p>
          <a:p>
            <a:pPr lvl="1">
              <a:lnSpc>
                <a:spcPct val="100000"/>
              </a:lnSpc>
            </a:pPr>
            <a:r>
              <a:rPr lang="en-US" sz="1300"/>
              <a:t>Proximity to Industrial areas vs. Air Quality Indicators</a:t>
            </a:r>
          </a:p>
          <a:p>
            <a:pPr>
              <a:lnSpc>
                <a:spcPct val="100000"/>
              </a:lnSpc>
            </a:pPr>
            <a:r>
              <a:rPr lang="en-US" sz="1300"/>
              <a:t>Why This Matters</a:t>
            </a:r>
          </a:p>
          <a:p>
            <a:pPr lvl="1">
              <a:lnSpc>
                <a:spcPct val="100000"/>
              </a:lnSpc>
            </a:pPr>
            <a:r>
              <a:rPr lang="en-US" sz="1300"/>
              <a:t>Confirms non-linear and interdependent relationships</a:t>
            </a:r>
          </a:p>
          <a:p>
            <a:pPr lvl="1">
              <a:lnSpc>
                <a:spcPct val="100000"/>
              </a:lnSpc>
            </a:pPr>
            <a:r>
              <a:rPr lang="en-US" sz="1300"/>
              <a:t>Justifies use of tree – based ML model (</a:t>
            </a:r>
            <a:r>
              <a:rPr lang="en-US" sz="1300" err="1"/>
              <a:t>XGBoost</a:t>
            </a:r>
            <a:r>
              <a:rPr lang="en-US" sz="1300"/>
              <a:t>)</a:t>
            </a:r>
          </a:p>
          <a:p>
            <a:pPr lvl="1">
              <a:lnSpc>
                <a:spcPct val="100000"/>
              </a:lnSpc>
            </a:pPr>
            <a:r>
              <a:rPr lang="en-US" sz="1300"/>
              <a:t>Improves model interpretability and trust</a:t>
            </a:r>
          </a:p>
        </p:txBody>
      </p:sp>
    </p:spTree>
    <p:extLst>
      <p:ext uri="{BB962C8B-B14F-4D97-AF65-F5344CB8AC3E}">
        <p14:creationId xmlns:p14="http://schemas.microsoft.com/office/powerpoint/2010/main" val="485198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9C117F-2ABD-901C-CA2F-3F15AD04D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07F32-274D-E4E5-8DF6-F64343B98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80776" cy="696974"/>
          </a:xfrm>
        </p:spPr>
        <p:txBody>
          <a:bodyPr>
            <a:normAutofit/>
          </a:bodyPr>
          <a:lstStyle/>
          <a:p>
            <a:r>
              <a:rPr lang="en-US" sz="3700" dirty="0"/>
              <a:t>Model Performance &amp; Prediction Reliability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E495065-8864-87FB-2BCC-25476996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BA84C-DBA0-9A44-80B7-B3FB0CF04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17637" y="1999486"/>
            <a:ext cx="3607688" cy="377545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sz="1500" dirty="0"/>
              <a:t>Model Performance:</a:t>
            </a:r>
          </a:p>
          <a:p>
            <a:pPr lvl="1">
              <a:lnSpc>
                <a:spcPct val="100000"/>
              </a:lnSpc>
            </a:pPr>
            <a:r>
              <a:rPr lang="en-US" sz="1500" dirty="0"/>
              <a:t>Accuracy: 95.1%</a:t>
            </a:r>
          </a:p>
          <a:p>
            <a:pPr lvl="1">
              <a:lnSpc>
                <a:spcPct val="100000"/>
              </a:lnSpc>
            </a:pPr>
            <a:r>
              <a:rPr lang="en-US" sz="1500" dirty="0"/>
              <a:t>Misclassification Rate: 4.9%</a:t>
            </a:r>
          </a:p>
          <a:p>
            <a:pPr lvl="1">
              <a:lnSpc>
                <a:spcPct val="100000"/>
              </a:lnSpc>
            </a:pPr>
            <a:r>
              <a:rPr lang="en-US" sz="1500" dirty="0"/>
              <a:t>Average Prediction Confidence: 96.8%</a:t>
            </a:r>
          </a:p>
          <a:p>
            <a:pPr lvl="1">
              <a:lnSpc>
                <a:spcPct val="100000"/>
              </a:lnSpc>
            </a:pPr>
            <a:r>
              <a:rPr lang="en-US" sz="1500" dirty="0"/>
              <a:t>Correctly Classified Predictions: 951</a:t>
            </a:r>
          </a:p>
          <a:p>
            <a:pPr lvl="1">
              <a:lnSpc>
                <a:spcPct val="100000"/>
              </a:lnSpc>
            </a:pPr>
            <a:r>
              <a:rPr lang="en-US" sz="1500" dirty="0"/>
              <a:t>Misclassified Predictions: 49</a:t>
            </a:r>
          </a:p>
          <a:p>
            <a:pPr>
              <a:lnSpc>
                <a:spcPct val="100000"/>
              </a:lnSpc>
            </a:pPr>
            <a:r>
              <a:rPr lang="en-US" sz="1500" dirty="0"/>
              <a:t>Reliability Insights</a:t>
            </a:r>
          </a:p>
          <a:p>
            <a:pPr lvl="1">
              <a:lnSpc>
                <a:spcPct val="100000"/>
              </a:lnSpc>
            </a:pPr>
            <a:r>
              <a:rPr lang="en-US" sz="1500" dirty="0"/>
              <a:t>High confidence across most predictions</a:t>
            </a:r>
          </a:p>
          <a:p>
            <a:pPr lvl="1">
              <a:lnSpc>
                <a:spcPct val="100000"/>
              </a:lnSpc>
            </a:pPr>
            <a:r>
              <a:rPr lang="en-US" sz="1500" dirty="0"/>
              <a:t>Errors are systematic, not random as they occur on borderline cases</a:t>
            </a:r>
          </a:p>
          <a:p>
            <a:pPr lvl="1">
              <a:lnSpc>
                <a:spcPct val="100000"/>
              </a:lnSpc>
            </a:pPr>
            <a:r>
              <a:rPr lang="en-US" sz="1500" dirty="0"/>
              <a:t>Strong generalization from train to test data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E9B2C0-F247-773F-7046-CB2393F2E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6" y="1803397"/>
            <a:ext cx="8415531" cy="476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579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0686FC-33E4-D313-B8D1-F9C9CA388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80776" cy="78674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Risk Analysis and Actionable Insights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E495065-8864-87FB-2BCC-25476996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F5B47319-CA20-648C-F716-0DE38D058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23" y="1701149"/>
            <a:ext cx="8436811" cy="480898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60A13-317A-1FCB-E688-C33B4A5E4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09935" y="1893170"/>
            <a:ext cx="3982064" cy="4291320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1800" dirty="0"/>
              <a:t>Error and Risk Analysis</a:t>
            </a:r>
          </a:p>
          <a:p>
            <a:pPr lvl="1">
              <a:lnSpc>
                <a:spcPct val="100000"/>
              </a:lnSpc>
            </a:pPr>
            <a:r>
              <a:rPr lang="en-US" sz="1600" dirty="0"/>
              <a:t>Misclassification occur in:</a:t>
            </a:r>
          </a:p>
          <a:p>
            <a:pPr lvl="2">
              <a:lnSpc>
                <a:spcPct val="100000"/>
              </a:lnSpc>
            </a:pPr>
            <a:r>
              <a:rPr lang="en-US" sz="1400" dirty="0"/>
              <a:t>Borderline environmental conditions</a:t>
            </a:r>
          </a:p>
          <a:p>
            <a:pPr lvl="2">
              <a:lnSpc>
                <a:spcPct val="100000"/>
              </a:lnSpc>
            </a:pPr>
            <a:r>
              <a:rPr lang="en-US" sz="1400" dirty="0"/>
              <a:t>Extreme pollution scenarios</a:t>
            </a:r>
          </a:p>
          <a:p>
            <a:pPr lvl="1">
              <a:lnSpc>
                <a:spcPct val="100000"/>
              </a:lnSpc>
            </a:pPr>
            <a:r>
              <a:rPr lang="en-US" sz="1600" dirty="0"/>
              <a:t>Higher pollutant levels increase uncertainty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Actionable Outcomes</a:t>
            </a:r>
          </a:p>
          <a:p>
            <a:pPr lvl="1">
              <a:lnSpc>
                <a:spcPct val="100000"/>
              </a:lnSpc>
            </a:pPr>
            <a:r>
              <a:rPr lang="en-US" sz="1600" dirty="0"/>
              <a:t>Flag low – confidence predictions for human review</a:t>
            </a:r>
          </a:p>
          <a:p>
            <a:pPr lvl="1">
              <a:lnSpc>
                <a:spcPct val="100000"/>
              </a:lnSpc>
            </a:pPr>
            <a:r>
              <a:rPr lang="en-US" sz="1600" dirty="0"/>
              <a:t>Enable risk – aware monitoring</a:t>
            </a:r>
          </a:p>
          <a:p>
            <a:pPr lvl="1">
              <a:lnSpc>
                <a:spcPct val="100000"/>
              </a:lnSpc>
            </a:pPr>
            <a:r>
              <a:rPr lang="en-US" sz="1600" dirty="0"/>
              <a:t>Support targeted environmental interventions</a:t>
            </a:r>
          </a:p>
          <a:p>
            <a:pPr lvl="1">
              <a:lnSpc>
                <a:spcPct val="100000"/>
              </a:lnSpc>
            </a:pPr>
            <a:r>
              <a:rPr lang="en-US" sz="1600" dirty="0"/>
              <a:t>Improve responsible ML deployment</a:t>
            </a:r>
          </a:p>
        </p:txBody>
      </p:sp>
    </p:spTree>
    <p:extLst>
      <p:ext uri="{BB962C8B-B14F-4D97-AF65-F5344CB8AC3E}">
        <p14:creationId xmlns:p14="http://schemas.microsoft.com/office/powerpoint/2010/main" val="145530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E4DA7-5EB2-58FC-5332-CD312AD2A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Who benefits &amp; why it matters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7E3FE314-6EA6-AE73-4596-8F2D8A49F6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4936451"/>
              </p:ext>
            </p:extLst>
          </p:nvPr>
        </p:nvGraphicFramePr>
        <p:xfrm>
          <a:off x="700635" y="2221993"/>
          <a:ext cx="10691265" cy="33037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37930646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973</TotalTime>
  <Words>1054</Words>
  <Application>Microsoft Office PowerPoint</Application>
  <PresentationFormat>Widescreen</PresentationFormat>
  <Paragraphs>155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Arial</vt:lpstr>
      <vt:lpstr>Calisto MT</vt:lpstr>
      <vt:lpstr>Univers Condensed</vt:lpstr>
      <vt:lpstr>Wingdings</vt:lpstr>
      <vt:lpstr>ChronicleVTI</vt:lpstr>
      <vt:lpstr>Air Quality Prediction – Insights for Environmental &amp; ML Analysis</vt:lpstr>
      <vt:lpstr>Problem Statement and Objective</vt:lpstr>
      <vt:lpstr>Key Environmental and Urban Drivers of Air Quality</vt:lpstr>
      <vt:lpstr>Understanding Relationships Between Environmental Features</vt:lpstr>
      <vt:lpstr>Model Performance &amp; Prediction Reliability</vt:lpstr>
      <vt:lpstr>Risk Analysis and Actionable Insights</vt:lpstr>
      <vt:lpstr>Who benefits &amp; why it matters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Unmit Patel</dc:creator>
  <cp:lastModifiedBy>Unmit Patel</cp:lastModifiedBy>
  <cp:revision>1</cp:revision>
  <dcterms:created xsi:type="dcterms:W3CDTF">2026-01-20T22:13:16Z</dcterms:created>
  <dcterms:modified xsi:type="dcterms:W3CDTF">2026-01-22T06:47:32Z</dcterms:modified>
</cp:coreProperties>
</file>